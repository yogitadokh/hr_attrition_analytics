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601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466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2437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2232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7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498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348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0992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567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4178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857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9704" y="1995816"/>
            <a:ext cx="7531510" cy="3057712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Analysis in Telecom Industry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Yogita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Dokh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 Data Analyst Intern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 Python, SQL, Machine Learning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104103"/>
            <a:ext cx="7376044" cy="3362243"/>
          </a:xfrm>
        </p:spPr>
        <p:txBody>
          <a:bodyPr>
            <a:norm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companies face high customer churn and losing customers leads to revenue loss.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to identify: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customers leave, Which customers are at risk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2ADDB14-ED2E-1511-EF66-A7708C9B9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3491" y="2163097"/>
            <a:ext cx="7405541" cy="3303249"/>
          </a:xfrm>
        </p:spPr>
        <p:txBody>
          <a:bodyPr/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whether a customer will churn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key factors influencing churn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 customers based on behavior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business recommendations 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280076-B804-8855-9776-EE36E93BF7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90975" y="2211556"/>
            <a:ext cx="4514857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Dataset: Telecom Customer Churn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Customers: ~7000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 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Tenure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 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Charges 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 </a:t>
            </a:r>
          </a:p>
          <a:p>
            <a:pPr lvl="1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Churn (Yes/No)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36EE546-29D1-CDB3-EF60-DC17BB3D31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771" y="2084499"/>
            <a:ext cx="5487400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Removed missing values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Converted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numeric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Dropped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(irrelevant feature)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Encoded categorical variables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8363819-4F93-A2BD-D0A6-F0B3086614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2928" y="2165540"/>
            <a:ext cx="6845144" cy="168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high monthly charges churn more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low tenure are more likely to churn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 impacts churn significantly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Random Forest Classifier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Split: 80-20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good accuracy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C8990FF-25FC-B0FF-6220-0B211E8660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99130" y="1900610"/>
            <a:ext cx="5788764" cy="2795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Evaluated using: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 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Confusion Matrix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Report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shows good prediction performance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Charges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 Type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9DAA7D-40B1-37EF-BA9A-C8CCD002DC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3491" y="1991581"/>
            <a:ext cx="5025991" cy="1421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+mj-lt"/>
              <a:buAutoNum type="arabicPeriod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🔴 At Risk Customers → Likely to churn </a:t>
            </a:r>
          </a:p>
          <a:p>
            <a:pPr marL="45720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+mj-lt"/>
              <a:buAutoNum type="arabicPeriod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🟢 Loyal Customers → Long-term users </a:t>
            </a:r>
          </a:p>
          <a:p>
            <a:pPr marL="457200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+mj-lt"/>
              <a:buAutoNum type="arabicPeriod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🟡 New Customers → Low tenure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 discounts to at-risk customers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support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loyalty rewards</a:t>
            </a:r>
          </a:p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plans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E1B39EF-45B8-7371-59B6-F43D9065F7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3491" y="1962996"/>
            <a:ext cx="5631670" cy="1687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built churn prediction model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key churn factors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Provided actionable insights for business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6C10A4-972D-EB68-BB73-24EA05AA33A6}"/>
              </a:ext>
            </a:extLst>
          </p:cNvPr>
          <p:cNvSpPr txBox="1"/>
          <p:nvPr/>
        </p:nvSpPr>
        <p:spPr>
          <a:xfrm>
            <a:off x="2723535" y="1907459"/>
            <a:ext cx="41787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3185331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28</TotalTime>
  <Words>244</Words>
  <Application>Microsoft Office PowerPoint</Application>
  <PresentationFormat>On-screen Show (4:3)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Times New Roman</vt:lpstr>
      <vt:lpstr>Gallery</vt:lpstr>
      <vt:lpstr>Customer Churn Analysis</vt:lpstr>
      <vt:lpstr>Problem Statement</vt:lpstr>
      <vt:lpstr>Objectives</vt:lpstr>
      <vt:lpstr>Dataset Overview</vt:lpstr>
      <vt:lpstr>Data Preprocessing</vt:lpstr>
      <vt:lpstr>Exploratory Data Analysis</vt:lpstr>
      <vt:lpstr>Model Building</vt:lpstr>
      <vt:lpstr>Model Evaluation</vt:lpstr>
      <vt:lpstr>Feature Importance</vt:lpstr>
      <vt:lpstr>Customer Segmentation</vt:lpstr>
      <vt:lpstr>Business Recommendations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Pranita Mothe</cp:lastModifiedBy>
  <cp:revision>3</cp:revision>
  <dcterms:created xsi:type="dcterms:W3CDTF">2013-01-27T09:14:16Z</dcterms:created>
  <dcterms:modified xsi:type="dcterms:W3CDTF">2026-03-24T08:04:43Z</dcterms:modified>
  <cp:category/>
</cp:coreProperties>
</file>